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Medium" panose="02000000000000000000" pitchFamily="2" charset="0"/>
      <p:regular r:id="rId15"/>
      <p: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02DCE2-6D79-F08D-D15C-AD9E1AC7ABFB}" v="184" dt="2025-10-23T02:24:07.0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G KHOA LE" userId="S::103844421@student.swin.edu.au::1f5f457a-11fb-4a79-9dec-fe88eead2d27" providerId="AD" clId="Web-{B202DCE2-6D79-F08D-D15C-AD9E1AC7ABFB}"/>
    <pc:docChg chg="modSld">
      <pc:chgData name="DANG KHOA LE" userId="S::103844421@student.swin.edu.au::1f5f457a-11fb-4a79-9dec-fe88eead2d27" providerId="AD" clId="Web-{B202DCE2-6D79-F08D-D15C-AD9E1AC7ABFB}" dt="2025-10-23T02:24:07.005" v="182"/>
      <pc:docMkLst>
        <pc:docMk/>
      </pc:docMkLst>
      <pc:sldChg chg="addSp delSp modSp">
        <pc:chgData name="DANG KHOA LE" userId="S::103844421@student.swin.edu.au::1f5f457a-11fb-4a79-9dec-fe88eead2d27" providerId="AD" clId="Web-{B202DCE2-6D79-F08D-D15C-AD9E1AC7ABFB}" dt="2025-10-23T02:17:42.761" v="8"/>
        <pc:sldMkLst>
          <pc:docMk/>
          <pc:sldMk cId="0" sldId="256"/>
        </pc:sldMkLst>
        <pc:spChg chg="add del">
          <ac:chgData name="DANG KHOA LE" userId="S::103844421@student.swin.edu.au::1f5f457a-11fb-4a79-9dec-fe88eead2d27" providerId="AD" clId="Web-{B202DCE2-6D79-F08D-D15C-AD9E1AC7ABFB}" dt="2025-10-23T02:17:01.022" v="1"/>
          <ac:spMkLst>
            <pc:docMk/>
            <pc:sldMk cId="0" sldId="256"/>
            <ac:spMk id="19" creationId="{8F802298-803E-ECE7-0C7B-1F17EF024BD3}"/>
          </ac:spMkLst>
        </pc:spChg>
        <pc:spChg chg="add del">
          <ac:chgData name="DANG KHOA LE" userId="S::103844421@student.swin.edu.au::1f5f457a-11fb-4a79-9dec-fe88eead2d27" providerId="AD" clId="Web-{B202DCE2-6D79-F08D-D15C-AD9E1AC7ABFB}" dt="2025-10-23T02:17:10.366" v="3"/>
          <ac:spMkLst>
            <pc:docMk/>
            <pc:sldMk cId="0" sldId="256"/>
            <ac:spMk id="20" creationId="{DF7BBEB9-4428-DA82-6020-649EF6450820}"/>
          </ac:spMkLst>
        </pc:spChg>
        <pc:spChg chg="add mod">
          <ac:chgData name="DANG KHOA LE" userId="S::103844421@student.swin.edu.au::1f5f457a-11fb-4a79-9dec-fe88eead2d27" providerId="AD" clId="Web-{B202DCE2-6D79-F08D-D15C-AD9E1AC7ABFB}" dt="2025-10-23T02:17:34.213" v="6"/>
          <ac:spMkLst>
            <pc:docMk/>
            <pc:sldMk cId="0" sldId="256"/>
            <ac:spMk id="21" creationId="{673ECBB2-401C-E045-46D0-5C3FF6816A1F}"/>
          </ac:spMkLst>
        </pc:spChg>
        <pc:spChg chg="add del">
          <ac:chgData name="DANG KHOA LE" userId="S::103844421@student.swin.edu.au::1f5f457a-11fb-4a79-9dec-fe88eead2d27" providerId="AD" clId="Web-{B202DCE2-6D79-F08D-D15C-AD9E1AC7ABFB}" dt="2025-10-23T02:17:42.761" v="8"/>
          <ac:spMkLst>
            <pc:docMk/>
            <pc:sldMk cId="0" sldId="256"/>
            <ac:spMk id="22" creationId="{D1990942-2FA4-143E-7664-0F258256B083}"/>
          </ac:spMkLst>
        </pc:spChg>
      </pc:sldChg>
      <pc:sldChg chg="addSp modSp">
        <pc:chgData name="DANG KHOA LE" userId="S::103844421@student.swin.edu.au::1f5f457a-11fb-4a79-9dec-fe88eead2d27" providerId="AD" clId="Web-{B202DCE2-6D79-F08D-D15C-AD9E1AC7ABFB}" dt="2025-10-23T02:24:07.005" v="182"/>
        <pc:sldMkLst>
          <pc:docMk/>
          <pc:sldMk cId="0" sldId="257"/>
        </pc:sldMkLst>
        <pc:spChg chg="mod">
          <ac:chgData name="DANG KHOA LE" userId="S::103844421@student.swin.edu.au::1f5f457a-11fb-4a79-9dec-fe88eead2d27" providerId="AD" clId="Web-{B202DCE2-6D79-F08D-D15C-AD9E1AC7ABFB}" dt="2025-10-23T02:18:04.607" v="10" actId="1076"/>
          <ac:spMkLst>
            <pc:docMk/>
            <pc:sldMk cId="0" sldId="257"/>
            <ac:spMk id="47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18:04.623" v="11" actId="1076"/>
          <ac:spMkLst>
            <pc:docMk/>
            <pc:sldMk cId="0" sldId="257"/>
            <ac:spMk id="48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18:04.654" v="12" actId="1076"/>
          <ac:spMkLst>
            <pc:docMk/>
            <pc:sldMk cId="0" sldId="257"/>
            <ac:spMk id="49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18:04.669" v="13" actId="1076"/>
          <ac:spMkLst>
            <pc:docMk/>
            <pc:sldMk cId="0" sldId="257"/>
            <ac:spMk id="50" creationId="{00000000-0000-0000-0000-000000000000}"/>
          </ac:spMkLst>
        </pc:spChg>
        <pc:spChg chg="add">
          <ac:chgData name="DANG KHOA LE" userId="S::103844421@student.swin.edu.au::1f5f457a-11fb-4a79-9dec-fe88eead2d27" providerId="AD" clId="Web-{B202DCE2-6D79-F08D-D15C-AD9E1AC7ABFB}" dt="2025-10-23T02:24:07.005" v="182"/>
          <ac:spMkLst>
            <pc:docMk/>
            <pc:sldMk cId="0" sldId="257"/>
            <ac:spMk id="53" creationId="{BB789F5E-02A3-0380-B376-EC7D700D27EF}"/>
          </ac:spMkLst>
        </pc:spChg>
        <pc:picChg chg="mod">
          <ac:chgData name="DANG KHOA LE" userId="S::103844421@student.swin.edu.au::1f5f457a-11fb-4a79-9dec-fe88eead2d27" providerId="AD" clId="Web-{B202DCE2-6D79-F08D-D15C-AD9E1AC7ABFB}" dt="2025-10-23T02:23:58.755" v="181" actId="1076"/>
          <ac:picMkLst>
            <pc:docMk/>
            <pc:sldMk cId="0" sldId="257"/>
            <ac:picMk id="51" creationId="{00000000-0000-0000-0000-000000000000}"/>
          </ac:picMkLst>
        </pc:picChg>
      </pc:sldChg>
      <pc:sldChg chg="addSp delSp modSp">
        <pc:chgData name="DANG KHOA LE" userId="S::103844421@student.swin.edu.au::1f5f457a-11fb-4a79-9dec-fe88eead2d27" providerId="AD" clId="Web-{B202DCE2-6D79-F08D-D15C-AD9E1AC7ABFB}" dt="2025-10-23T02:20:39.307" v="93" actId="1076"/>
        <pc:sldMkLst>
          <pc:docMk/>
          <pc:sldMk cId="0" sldId="258"/>
        </pc:sldMkLst>
        <pc:spChg chg="mod">
          <ac:chgData name="DANG KHOA LE" userId="S::103844421@student.swin.edu.au::1f5f457a-11fb-4a79-9dec-fe88eead2d27" providerId="AD" clId="Web-{B202DCE2-6D79-F08D-D15C-AD9E1AC7ABFB}" dt="2025-10-23T02:20:39.042" v="78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39.057" v="79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39.088" v="80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39.104" v="81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39.120" v="82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39.135" v="83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39.151" v="84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39.167" v="85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39.182" v="86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39.198" v="87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39.213" v="88" actId="107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39.245" v="89" actId="107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39.260" v="90" actId="107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39.276" v="91" actId="1076"/>
          <ac:spMkLst>
            <pc:docMk/>
            <pc:sldMk cId="0" sldId="258"/>
            <ac:spMk id="30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39.292" v="92" actId="1076"/>
          <ac:spMkLst>
            <pc:docMk/>
            <pc:sldMk cId="0" sldId="258"/>
            <ac:spMk id="31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39.307" v="93" actId="1076"/>
          <ac:spMkLst>
            <pc:docMk/>
            <pc:sldMk cId="0" sldId="258"/>
            <ac:spMk id="32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11.774" v="54" actId="1076"/>
          <ac:spMkLst>
            <pc:docMk/>
            <pc:sldMk cId="0" sldId="258"/>
            <ac:spMk id="34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11.790" v="55" actId="1076"/>
          <ac:spMkLst>
            <pc:docMk/>
            <pc:sldMk cId="0" sldId="258"/>
            <ac:spMk id="35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19:43.663" v="46" actId="1076"/>
          <ac:spMkLst>
            <pc:docMk/>
            <pc:sldMk cId="0" sldId="258"/>
            <ac:spMk id="37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19:43.678" v="47" actId="1076"/>
          <ac:spMkLst>
            <pc:docMk/>
            <pc:sldMk cId="0" sldId="258"/>
            <ac:spMk id="38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03.930" v="52" actId="1076"/>
          <ac:spMkLst>
            <pc:docMk/>
            <pc:sldMk cId="0" sldId="258"/>
            <ac:spMk id="40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03.945" v="53" actId="1076"/>
          <ac:spMkLst>
            <pc:docMk/>
            <pc:sldMk cId="0" sldId="258"/>
            <ac:spMk id="41" creationId="{00000000-0000-0000-0000-000000000000}"/>
          </ac:spMkLst>
        </pc:spChg>
        <pc:spChg chg="add mod">
          <ac:chgData name="DANG KHOA LE" userId="S::103844421@student.swin.edu.au::1f5f457a-11fb-4a79-9dec-fe88eead2d27" providerId="AD" clId="Web-{B202DCE2-6D79-F08D-D15C-AD9E1AC7ABFB}" dt="2025-10-23T02:19:12.441" v="41" actId="1076"/>
          <ac:spMkLst>
            <pc:docMk/>
            <pc:sldMk cId="0" sldId="258"/>
            <ac:spMk id="43" creationId="{D1990942-2FA4-143E-7664-0F258256B083}"/>
          </ac:spMkLst>
        </pc:spChg>
        <pc:picChg chg="mod">
          <ac:chgData name="DANG KHOA LE" userId="S::103844421@student.swin.edu.au::1f5f457a-11fb-4a79-9dec-fe88eead2d27" providerId="AD" clId="Web-{B202DCE2-6D79-F08D-D15C-AD9E1AC7ABFB}" dt="2025-10-23T02:19:35.756" v="44" actId="1076"/>
          <ac:picMkLst>
            <pc:docMk/>
            <pc:sldMk cId="0" sldId="258"/>
            <ac:picMk id="33" creationId="{00000000-0000-0000-0000-000000000000}"/>
          </ac:picMkLst>
        </pc:picChg>
        <pc:picChg chg="del mod">
          <ac:chgData name="DANG KHOA LE" userId="S::103844421@student.swin.edu.au::1f5f457a-11fb-4a79-9dec-fe88eead2d27" providerId="AD" clId="Web-{B202DCE2-6D79-F08D-D15C-AD9E1AC7ABFB}" dt="2025-10-23T02:19:47.335" v="48"/>
          <ac:picMkLst>
            <pc:docMk/>
            <pc:sldMk cId="0" sldId="258"/>
            <ac:picMk id="36" creationId="{00000000-0000-0000-0000-000000000000}"/>
          </ac:picMkLst>
        </pc:picChg>
        <pc:picChg chg="del mod">
          <ac:chgData name="DANG KHOA LE" userId="S::103844421@student.swin.edu.au::1f5f457a-11fb-4a79-9dec-fe88eead2d27" providerId="AD" clId="Web-{B202DCE2-6D79-F08D-D15C-AD9E1AC7ABFB}" dt="2025-10-23T02:19:37.459" v="45"/>
          <ac:picMkLst>
            <pc:docMk/>
            <pc:sldMk cId="0" sldId="258"/>
            <ac:picMk id="39" creationId="{00000000-0000-0000-0000-000000000000}"/>
          </ac:picMkLst>
        </pc:picChg>
        <pc:picChg chg="del mod">
          <ac:chgData name="DANG KHOA LE" userId="S::103844421@student.swin.edu.au::1f5f457a-11fb-4a79-9dec-fe88eead2d27" providerId="AD" clId="Web-{B202DCE2-6D79-F08D-D15C-AD9E1AC7ABFB}" dt="2025-10-23T02:19:54.148" v="49"/>
          <ac:picMkLst>
            <pc:docMk/>
            <pc:sldMk cId="0" sldId="258"/>
            <ac:picMk id="42" creationId="{00000000-0000-0000-0000-000000000000}"/>
          </ac:picMkLst>
        </pc:picChg>
      </pc:sldChg>
      <pc:sldChg chg="addSp modSp">
        <pc:chgData name="DANG KHOA LE" userId="S::103844421@student.swin.edu.au::1f5f457a-11fb-4a79-9dec-fe88eead2d27" providerId="AD" clId="Web-{B202DCE2-6D79-F08D-D15C-AD9E1AC7ABFB}" dt="2025-10-23T02:20:56.152" v="106" actId="1076"/>
        <pc:sldMkLst>
          <pc:docMk/>
          <pc:sldMk cId="0" sldId="259"/>
        </pc:sldMkLst>
        <pc:spChg chg="mod">
          <ac:chgData name="DANG KHOA LE" userId="S::103844421@student.swin.edu.au::1f5f457a-11fb-4a79-9dec-fe88eead2d27" providerId="AD" clId="Web-{B202DCE2-6D79-F08D-D15C-AD9E1AC7ABFB}" dt="2025-10-23T02:20:55.902" v="96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55.933" v="97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55.949" v="98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55.980" v="99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55.996" v="100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56.027" v="101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56.043" v="102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56.074" v="103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56.089" v="104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56.121" v="105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0:56.152" v="106" actId="1076"/>
          <ac:spMkLst>
            <pc:docMk/>
            <pc:sldMk cId="0" sldId="259"/>
            <ac:spMk id="14" creationId="{00000000-0000-0000-0000-000000000000}"/>
          </ac:spMkLst>
        </pc:spChg>
        <pc:spChg chg="add mod">
          <ac:chgData name="DANG KHOA LE" userId="S::103844421@student.swin.edu.au::1f5f457a-11fb-4a79-9dec-fe88eead2d27" providerId="AD" clId="Web-{B202DCE2-6D79-F08D-D15C-AD9E1AC7ABFB}" dt="2025-10-23T02:20:49.402" v="95" actId="1076"/>
          <ac:spMkLst>
            <pc:docMk/>
            <pc:sldMk cId="0" sldId="259"/>
            <ac:spMk id="30" creationId="{CC38AB55-F036-0210-11B9-6EBE65641C49}"/>
          </ac:spMkLst>
        </pc:spChg>
      </pc:sldChg>
      <pc:sldChg chg="addSp delSp modSp">
        <pc:chgData name="DANG KHOA LE" userId="S::103844421@student.swin.edu.au::1f5f457a-11fb-4a79-9dec-fe88eead2d27" providerId="AD" clId="Web-{B202DCE2-6D79-F08D-D15C-AD9E1AC7ABFB}" dt="2025-10-23T02:23:11.456" v="166" actId="1076"/>
        <pc:sldMkLst>
          <pc:docMk/>
          <pc:sldMk cId="0" sldId="260"/>
        </pc:sldMkLst>
        <pc:spChg chg="mod">
          <ac:chgData name="DANG KHOA LE" userId="S::103844421@student.swin.edu.au::1f5f457a-11fb-4a79-9dec-fe88eead2d27" providerId="AD" clId="Web-{B202DCE2-6D79-F08D-D15C-AD9E1AC7ABFB}" dt="2025-10-23T02:21:41.748" v="123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1:49.311" v="124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1:59.296" v="125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1:35.139" v="122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2:06.640" v="126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2:06.672" v="127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2:06.687" v="128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2:06.718" v="129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2:06.750" v="130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2:06.765" v="131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2:06.797" v="132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2:06.812" v="133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2:06.843" v="134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2:06.875" v="135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2:06.890" v="136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2:58.440" v="156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2:31.220" v="137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2:31.282" v="139" actId="1076"/>
          <ac:spMkLst>
            <pc:docMk/>
            <pc:sldMk cId="0" sldId="260"/>
            <ac:spMk id="23" creationId="{00000000-0000-0000-0000-000000000000}"/>
          </ac:spMkLst>
        </pc:spChg>
        <pc:spChg chg="del mod">
          <ac:chgData name="DANG KHOA LE" userId="S::103844421@student.swin.edu.au::1f5f457a-11fb-4a79-9dec-fe88eead2d27" providerId="AD" clId="Web-{B202DCE2-6D79-F08D-D15C-AD9E1AC7ABFB}" dt="2025-10-23T02:22:40.423" v="152"/>
          <ac:spMkLst>
            <pc:docMk/>
            <pc:sldMk cId="0" sldId="260"/>
            <ac:spMk id="24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2:31.345" v="141" actId="107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2:31.392" v="143" actId="1076"/>
          <ac:spMkLst>
            <pc:docMk/>
            <pc:sldMk cId="0" sldId="260"/>
            <ac:spMk id="27" creationId="{00000000-0000-0000-0000-000000000000}"/>
          </ac:spMkLst>
        </pc:spChg>
        <pc:spChg chg="del mod">
          <ac:chgData name="DANG KHOA LE" userId="S::103844421@student.swin.edu.au::1f5f457a-11fb-4a79-9dec-fe88eead2d27" providerId="AD" clId="Web-{B202DCE2-6D79-F08D-D15C-AD9E1AC7ABFB}" dt="2025-10-23T02:22:37.923" v="151"/>
          <ac:spMkLst>
            <pc:docMk/>
            <pc:sldMk cId="0" sldId="260"/>
            <ac:spMk id="28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2:31.438" v="145" actId="107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2:31.501" v="147" actId="1076"/>
          <ac:spMkLst>
            <pc:docMk/>
            <pc:sldMk cId="0" sldId="260"/>
            <ac:spMk id="31" creationId="{00000000-0000-0000-0000-000000000000}"/>
          </ac:spMkLst>
        </pc:spChg>
        <pc:spChg chg="del mod">
          <ac:chgData name="DANG KHOA LE" userId="S::103844421@student.swin.edu.au::1f5f457a-11fb-4a79-9dec-fe88eead2d27" providerId="AD" clId="Web-{B202DCE2-6D79-F08D-D15C-AD9E1AC7ABFB}" dt="2025-10-23T02:22:36.204" v="150"/>
          <ac:spMkLst>
            <pc:docMk/>
            <pc:sldMk cId="0" sldId="260"/>
            <ac:spMk id="32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3:11.362" v="162" actId="107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3:11.378" v="163" actId="1076"/>
          <ac:spMkLst>
            <pc:docMk/>
            <pc:sldMk cId="0" sldId="260"/>
            <ac:spMk id="34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3:11.409" v="164" actId="1076"/>
          <ac:spMkLst>
            <pc:docMk/>
            <pc:sldMk cId="0" sldId="260"/>
            <ac:spMk id="35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3:11.425" v="165" actId="1076"/>
          <ac:spMkLst>
            <pc:docMk/>
            <pc:sldMk cId="0" sldId="260"/>
            <ac:spMk id="36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3:11.456" v="166" actId="1076"/>
          <ac:spMkLst>
            <pc:docMk/>
            <pc:sldMk cId="0" sldId="260"/>
            <ac:spMk id="37" creationId="{00000000-0000-0000-0000-000000000000}"/>
          </ac:spMkLst>
        </pc:spChg>
        <pc:spChg chg="add mod">
          <ac:chgData name="DANG KHOA LE" userId="S::103844421@student.swin.edu.au::1f5f457a-11fb-4a79-9dec-fe88eead2d27" providerId="AD" clId="Web-{B202DCE2-6D79-F08D-D15C-AD9E1AC7ABFB}" dt="2025-10-23T02:22:46.564" v="153" actId="1076"/>
          <ac:spMkLst>
            <pc:docMk/>
            <pc:sldMk cId="0" sldId="260"/>
            <ac:spMk id="38" creationId="{1151C9D8-BC2B-6453-A4C1-6F532D5F1040}"/>
          </ac:spMkLst>
        </pc:spChg>
        <pc:picChg chg="mod">
          <ac:chgData name="DANG KHOA LE" userId="S::103844421@student.swin.edu.au::1f5f457a-11fb-4a79-9dec-fe88eead2d27" providerId="AD" clId="Web-{B202DCE2-6D79-F08D-D15C-AD9E1AC7ABFB}" dt="2025-10-23T02:21:28.373" v="117" actId="14100"/>
          <ac:picMkLst>
            <pc:docMk/>
            <pc:sldMk cId="0" sldId="260"/>
            <ac:picMk id="4" creationId="{00000000-0000-0000-0000-000000000000}"/>
          </ac:picMkLst>
        </pc:picChg>
        <pc:picChg chg="mod">
          <ac:chgData name="DANG KHOA LE" userId="S::103844421@student.swin.edu.au::1f5f457a-11fb-4a79-9dec-fe88eead2d27" providerId="AD" clId="Web-{B202DCE2-6D79-F08D-D15C-AD9E1AC7ABFB}" dt="2025-10-23T02:22:31.251" v="138" actId="1076"/>
          <ac:picMkLst>
            <pc:docMk/>
            <pc:sldMk cId="0" sldId="260"/>
            <ac:picMk id="22" creationId="{00000000-0000-0000-0000-000000000000}"/>
          </ac:picMkLst>
        </pc:picChg>
        <pc:picChg chg="mod">
          <ac:chgData name="DANG KHOA LE" userId="S::103844421@student.swin.edu.au::1f5f457a-11fb-4a79-9dec-fe88eead2d27" providerId="AD" clId="Web-{B202DCE2-6D79-F08D-D15C-AD9E1AC7ABFB}" dt="2025-10-23T02:22:31.376" v="142" actId="1076"/>
          <ac:picMkLst>
            <pc:docMk/>
            <pc:sldMk cId="0" sldId="260"/>
            <ac:picMk id="26" creationId="{00000000-0000-0000-0000-000000000000}"/>
          </ac:picMkLst>
        </pc:picChg>
        <pc:picChg chg="mod">
          <ac:chgData name="DANG KHOA LE" userId="S::103844421@student.swin.edu.au::1f5f457a-11fb-4a79-9dec-fe88eead2d27" providerId="AD" clId="Web-{B202DCE2-6D79-F08D-D15C-AD9E1AC7ABFB}" dt="2025-10-23T02:22:31.470" v="146" actId="1076"/>
          <ac:picMkLst>
            <pc:docMk/>
            <pc:sldMk cId="0" sldId="260"/>
            <ac:picMk id="30" creationId="{00000000-0000-0000-0000-000000000000}"/>
          </ac:picMkLst>
        </pc:picChg>
      </pc:sldChg>
      <pc:sldChg chg="addSp">
        <pc:chgData name="DANG KHOA LE" userId="S::103844421@student.swin.edu.au::1f5f457a-11fb-4a79-9dec-fe88eead2d27" providerId="AD" clId="Web-{B202DCE2-6D79-F08D-D15C-AD9E1AC7ABFB}" dt="2025-10-23T02:23:21.581" v="167"/>
        <pc:sldMkLst>
          <pc:docMk/>
          <pc:sldMk cId="0" sldId="261"/>
        </pc:sldMkLst>
        <pc:spChg chg="add">
          <ac:chgData name="DANG KHOA LE" userId="S::103844421@student.swin.edu.au::1f5f457a-11fb-4a79-9dec-fe88eead2d27" providerId="AD" clId="Web-{B202DCE2-6D79-F08D-D15C-AD9E1AC7ABFB}" dt="2025-10-23T02:23:21.581" v="167"/>
          <ac:spMkLst>
            <pc:docMk/>
            <pc:sldMk cId="0" sldId="261"/>
            <ac:spMk id="35" creationId="{AD3078E1-31E5-62FA-DC9E-E8AF466FB446}"/>
          </ac:spMkLst>
        </pc:spChg>
      </pc:sldChg>
      <pc:sldChg chg="addSp">
        <pc:chgData name="DANG KHOA LE" userId="S::103844421@student.swin.edu.au::1f5f457a-11fb-4a79-9dec-fe88eead2d27" providerId="AD" clId="Web-{B202DCE2-6D79-F08D-D15C-AD9E1AC7ABFB}" dt="2025-10-23T02:23:24.035" v="168"/>
        <pc:sldMkLst>
          <pc:docMk/>
          <pc:sldMk cId="0" sldId="262"/>
        </pc:sldMkLst>
        <pc:spChg chg="add">
          <ac:chgData name="DANG KHOA LE" userId="S::103844421@student.swin.edu.au::1f5f457a-11fb-4a79-9dec-fe88eead2d27" providerId="AD" clId="Web-{B202DCE2-6D79-F08D-D15C-AD9E1AC7ABFB}" dt="2025-10-23T02:23:24.035" v="168"/>
          <ac:spMkLst>
            <pc:docMk/>
            <pc:sldMk cId="0" sldId="262"/>
            <ac:spMk id="29" creationId="{5B3A78F0-8157-BD5D-D584-7F4762A5FFB3}"/>
          </ac:spMkLst>
        </pc:spChg>
      </pc:sldChg>
      <pc:sldChg chg="addSp modSp">
        <pc:chgData name="DANG KHOA LE" userId="S::103844421@student.swin.edu.au::1f5f457a-11fb-4a79-9dec-fe88eead2d27" providerId="AD" clId="Web-{B202DCE2-6D79-F08D-D15C-AD9E1AC7ABFB}" dt="2025-10-23T02:23:44.020" v="180" actId="1076"/>
        <pc:sldMkLst>
          <pc:docMk/>
          <pc:sldMk cId="0" sldId="263"/>
        </pc:sldMkLst>
        <pc:spChg chg="mod">
          <ac:chgData name="DANG KHOA LE" userId="S::103844421@student.swin.edu.au::1f5f457a-11fb-4a79-9dec-fe88eead2d27" providerId="AD" clId="Web-{B202DCE2-6D79-F08D-D15C-AD9E1AC7ABFB}" dt="2025-10-23T02:23:43.832" v="170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3:43.848" v="171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3:43.879" v="172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3:43.895" v="173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3:43.910" v="174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3:43.926" v="175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3:43.942" v="176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3:43.973" v="177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3:43.989" v="178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3:44.004" v="179" actId="107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DANG KHOA LE" userId="S::103844421@student.swin.edu.au::1f5f457a-11fb-4a79-9dec-fe88eead2d27" providerId="AD" clId="Web-{B202DCE2-6D79-F08D-D15C-AD9E1AC7ABFB}" dt="2025-10-23T02:23:44.020" v="180" actId="1076"/>
          <ac:spMkLst>
            <pc:docMk/>
            <pc:sldMk cId="0" sldId="263"/>
            <ac:spMk id="14" creationId="{00000000-0000-0000-0000-000000000000}"/>
          </ac:spMkLst>
        </pc:spChg>
        <pc:spChg chg="add">
          <ac:chgData name="DANG KHOA LE" userId="S::103844421@student.swin.edu.au::1f5f457a-11fb-4a79-9dec-fe88eead2d27" providerId="AD" clId="Web-{B202DCE2-6D79-F08D-D15C-AD9E1AC7ABFB}" dt="2025-10-23T02:23:25.925" v="169"/>
          <ac:spMkLst>
            <pc:docMk/>
            <pc:sldMk cId="0" sldId="263"/>
            <ac:spMk id="42" creationId="{3945C221-9CCF-10CA-968F-969CD022978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2FE223-EA04-4B3C-AA34-AF10676B85A8}" type="datetimeFigureOut"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8B9B0-C61B-49DB-953F-9A1DD32BB89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431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hyperlink" Target="https://medmsg-green.azurewebsites.net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medmsg-blue.azurewebsites.net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hyperlink" Target="https://medmsg-frontend.azurewebsites.net" TargetMode="External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svg"/><Relationship Id="rId3" Type="http://schemas.openxmlformats.org/officeDocument/2006/relationships/hyperlink" Target="https://medmsg-frontend.azurewebsites.net" TargetMode="External"/><Relationship Id="rId7" Type="http://schemas.openxmlformats.org/officeDocument/2006/relationships/image" Target="../media/image22.sv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hyperlink" Target="https://medmsg-green.azurewebsites.net" TargetMode="External"/><Relationship Id="rId15" Type="http://schemas.openxmlformats.org/officeDocument/2006/relationships/image" Target="../media/image30.svg"/><Relationship Id="rId10" Type="http://schemas.openxmlformats.org/officeDocument/2006/relationships/image" Target="../media/image25.png"/><Relationship Id="rId4" Type="http://schemas.openxmlformats.org/officeDocument/2006/relationships/hyperlink" Target="https://medmsg-blue.azurewebsites.net" TargetMode="External"/><Relationship Id="rId9" Type="http://schemas.openxmlformats.org/officeDocument/2006/relationships/image" Target="../media/image24.svg"/><Relationship Id="rId1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0200" y="657463"/>
            <a:ext cx="13329999" cy="116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Medical Messenger - Revolutionizing Healthcare Communication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50200" y="1892856"/>
            <a:ext cx="7284482" cy="464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Project Background and Problem Statement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0200" y="2821662"/>
            <a:ext cx="232231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 Statement: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0200" y="3297674"/>
            <a:ext cx="6438424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healthcare communication is fragmented and inefficient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0200" y="3659862"/>
            <a:ext cx="6438424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Patients struggle to find and connect with appropriate medical specialists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0200" y="4022050"/>
            <a:ext cx="6438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secure, direct communication channels between patients and doctors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0200" y="4681418"/>
            <a:ext cx="6438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Healthcare providers need better ways to manage patient relationships and consultations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0200" y="5340787"/>
            <a:ext cx="6438424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Privacy and security concerns in medical communications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549396" y="2821662"/>
            <a:ext cx="232231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Market Need: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49396" y="3297674"/>
            <a:ext cx="6438424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Growing demand for telemedicine and digital health solutions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49396" y="3659862"/>
            <a:ext cx="6438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 for specialized doctor discovery and subscription-based healthcare services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549396" y="4319230"/>
            <a:ext cx="6438424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Requirement for HIPAA-compliant, secure messaging platforms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549396" y="4681418"/>
            <a:ext cx="6438424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Demand for streamlined patient-doctor communication workflows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0200" y="5981581"/>
            <a:ext cx="232231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Target Users: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0200" y="6550462"/>
            <a:ext cx="1332999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Patients seeking specialized medical care and direct communication with doctors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0200" y="6912650"/>
            <a:ext cx="1332999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Medical professionals (doctors, specialists) wanting to expand their patient reach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0200" y="7274838"/>
            <a:ext cx="1332999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Healthcare administrators needing audit trails and compliance monitoring</a:t>
            </a:r>
            <a:endParaRPr lang="en-US" sz="145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73ECBB2-401C-E045-46D0-5C3FF6816A1F}"/>
              </a:ext>
            </a:extLst>
          </p:cNvPr>
          <p:cNvSpPr/>
          <p:nvPr/>
        </p:nvSpPr>
        <p:spPr>
          <a:xfrm>
            <a:off x="12665412" y="7704306"/>
            <a:ext cx="1906621" cy="466927"/>
          </a:xfrm>
          <a:prstGeom prst="roundRect">
            <a:avLst/>
          </a:prstGeom>
          <a:solidFill>
            <a:srgbClr val="000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92900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Comprehensive Medical Communication Platform - Complete Feature Set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711518"/>
            <a:ext cx="314003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Project Scope and Deliverables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396835" y="1335048"/>
            <a:ext cx="6861691" cy="838676"/>
          </a:xfrm>
          <a:prstGeom prst="roundRect">
            <a:avLst>
              <a:gd name="adj" fmla="val 8722"/>
            </a:avLst>
          </a:prstGeom>
          <a:solidFill>
            <a:srgbClr val="000018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96835" y="1319808"/>
            <a:ext cx="6861691" cy="60960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540" y="1165027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5A6ED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9577" y="1266944"/>
            <a:ext cx="136088" cy="1360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5423" y="1618536"/>
            <a:ext cx="1438751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Authentication System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25423" y="1863685"/>
            <a:ext cx="660451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user registration, login, and role-based access control (Patient, Doctor, Admin)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71874" y="1335048"/>
            <a:ext cx="6861691" cy="838676"/>
          </a:xfrm>
          <a:prstGeom prst="roundRect">
            <a:avLst>
              <a:gd name="adj" fmla="val 8722"/>
            </a:avLst>
          </a:prstGeom>
          <a:solidFill>
            <a:srgbClr val="000018">
              <a:alpha val="9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371874" y="1319808"/>
            <a:ext cx="6861691" cy="60960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12" name="Shape 9"/>
          <p:cNvSpPr/>
          <p:nvPr/>
        </p:nvSpPr>
        <p:spPr>
          <a:xfrm>
            <a:off x="10632579" y="1165027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5A6ED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34615" y="1266944"/>
            <a:ext cx="136088" cy="1360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00461" y="161853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Doctor Directory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500461" y="1863685"/>
            <a:ext cx="660451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search, filtering by specialty, location-based discovery, and detailed doctor profiles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96835" y="2457093"/>
            <a:ext cx="6861691" cy="838676"/>
          </a:xfrm>
          <a:prstGeom prst="roundRect">
            <a:avLst>
              <a:gd name="adj" fmla="val 8722"/>
            </a:avLst>
          </a:prstGeom>
          <a:solidFill>
            <a:srgbClr val="000018">
              <a:alpha val="95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396835" y="2441853"/>
            <a:ext cx="6861691" cy="60960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18" name="Shape 14"/>
          <p:cNvSpPr/>
          <p:nvPr/>
        </p:nvSpPr>
        <p:spPr>
          <a:xfrm>
            <a:off x="3657540" y="2287072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5A6ED8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59577" y="2388989"/>
            <a:ext cx="136088" cy="1360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5423" y="2740581"/>
            <a:ext cx="167187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Subscription Management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25423" y="2985730"/>
            <a:ext cx="660451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Patient-doctor subscription workflow with approval/denial system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7371874" y="2457093"/>
            <a:ext cx="6861691" cy="838676"/>
          </a:xfrm>
          <a:prstGeom prst="roundRect">
            <a:avLst>
              <a:gd name="adj" fmla="val 8722"/>
            </a:avLst>
          </a:prstGeom>
          <a:solidFill>
            <a:srgbClr val="000018">
              <a:alpha val="95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7371874" y="2441853"/>
            <a:ext cx="6861691" cy="60960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24" name="Shape 19"/>
          <p:cNvSpPr/>
          <p:nvPr/>
        </p:nvSpPr>
        <p:spPr>
          <a:xfrm>
            <a:off x="10632579" y="2287072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5A6ED8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34615" y="2388989"/>
            <a:ext cx="136088" cy="1360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00461" y="274058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Real-time Chat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500461" y="2985730"/>
            <a:ext cx="660451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Socket.IO powered messaging with delivery/read status and message persistence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396835" y="3579138"/>
            <a:ext cx="6861691" cy="838676"/>
          </a:xfrm>
          <a:prstGeom prst="roundRect">
            <a:avLst>
              <a:gd name="adj" fmla="val 8722"/>
            </a:avLst>
          </a:prstGeom>
          <a:solidFill>
            <a:srgbClr val="000018">
              <a:alpha val="95000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396835" y="3563898"/>
            <a:ext cx="6861691" cy="60960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30" name="Shape 24"/>
          <p:cNvSpPr/>
          <p:nvPr/>
        </p:nvSpPr>
        <p:spPr>
          <a:xfrm>
            <a:off x="3657540" y="3409117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5A6ED8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59577" y="3511034"/>
            <a:ext cx="136088" cy="13608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5423" y="386262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Admin Audit System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525423" y="4107775"/>
            <a:ext cx="660451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audit logging with admin interface and data retention policies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7371874" y="3579138"/>
            <a:ext cx="6861691" cy="838676"/>
          </a:xfrm>
          <a:prstGeom prst="roundRect">
            <a:avLst>
              <a:gd name="adj" fmla="val 8722"/>
            </a:avLst>
          </a:prstGeom>
          <a:solidFill>
            <a:srgbClr val="000018">
              <a:alpha val="95000"/>
            </a:srgbClr>
          </a:solidFill>
          <a:ln/>
        </p:spPr>
      </p:sp>
      <p:sp>
        <p:nvSpPr>
          <p:cNvPr id="35" name="Shape 28"/>
          <p:cNvSpPr/>
          <p:nvPr/>
        </p:nvSpPr>
        <p:spPr>
          <a:xfrm>
            <a:off x="7371874" y="3563898"/>
            <a:ext cx="6861691" cy="60960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36" name="Shape 29"/>
          <p:cNvSpPr/>
          <p:nvPr/>
        </p:nvSpPr>
        <p:spPr>
          <a:xfrm>
            <a:off x="10632579" y="3409117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5A6ED8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734615" y="3511034"/>
            <a:ext cx="136088" cy="13608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500461" y="386262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Privacy &amp; Security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7500461" y="4107775"/>
            <a:ext cx="660451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GDPR-compliant data handling, consent management, and secure communication</a:t>
            </a:r>
            <a:endParaRPr lang="en-US" sz="850" dirty="0"/>
          </a:p>
        </p:txBody>
      </p:sp>
      <p:sp>
        <p:nvSpPr>
          <p:cNvPr id="40" name="Text 32"/>
          <p:cNvSpPr/>
          <p:nvPr/>
        </p:nvSpPr>
        <p:spPr>
          <a:xfrm>
            <a:off x="396835" y="4658678"/>
            <a:ext cx="174819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Technical Deliverables: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396835" y="4984671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Frontend: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Next.js 14 with TypeScript, Tailwind CSS, shadcn/ui components</a:t>
            </a:r>
            <a:endParaRPr lang="en-US" sz="850" dirty="0"/>
          </a:p>
        </p:txBody>
      </p:sp>
      <p:sp>
        <p:nvSpPr>
          <p:cNvPr id="42" name="Text 34"/>
          <p:cNvSpPr/>
          <p:nvPr/>
        </p:nvSpPr>
        <p:spPr>
          <a:xfrm>
            <a:off x="396835" y="5205770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Backend: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Fastify with TypeScript, MongoDB integration, RESTful APIs</a:t>
            </a:r>
            <a:endParaRPr lang="en-US" sz="850" dirty="0"/>
          </a:p>
        </p:txBody>
      </p:sp>
      <p:sp>
        <p:nvSpPr>
          <p:cNvPr id="43" name="Text 35"/>
          <p:cNvSpPr/>
          <p:nvPr/>
        </p:nvSpPr>
        <p:spPr>
          <a:xfrm>
            <a:off x="396835" y="5426869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Communication: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Socket.IO for instant messaging</a:t>
            </a: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396835" y="5647968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Database: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MongoDB with optimized schemas and indexing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396835" y="5869067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Infrastructure: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Azure App Service with blue-green deployment</a:t>
            </a:r>
            <a:endParaRPr lang="en-US" sz="850" dirty="0"/>
          </a:p>
        </p:txBody>
      </p:sp>
      <p:sp>
        <p:nvSpPr>
          <p:cNvPr id="46" name="Text 38"/>
          <p:cNvSpPr/>
          <p:nvPr/>
        </p:nvSpPr>
        <p:spPr>
          <a:xfrm>
            <a:off x="396835" y="6090166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CI/CD Pipeline: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Automated testing, deployment, and quality gates</a:t>
            </a:r>
            <a:endParaRPr lang="en-US" sz="850" dirty="0"/>
          </a:p>
        </p:txBody>
      </p:sp>
      <p:sp>
        <p:nvSpPr>
          <p:cNvPr id="47" name="Text 39"/>
          <p:cNvSpPr/>
          <p:nvPr/>
        </p:nvSpPr>
        <p:spPr>
          <a:xfrm>
            <a:off x="398890" y="6604210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Live Applications:</a:t>
            </a:r>
            <a:endParaRPr lang="en-US" sz="1300" dirty="0"/>
          </a:p>
        </p:txBody>
      </p:sp>
      <p:sp>
        <p:nvSpPr>
          <p:cNvPr id="48" name="Text 40"/>
          <p:cNvSpPr/>
          <p:nvPr/>
        </p:nvSpPr>
        <p:spPr>
          <a:xfrm>
            <a:off x="398890" y="6930203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Frontend: </a:t>
            </a:r>
            <a:r>
              <a:rPr lang="en-US" sz="850" u="sng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https://medmsg-frontend.azurewebsites.net</a:t>
            </a:r>
            <a:endParaRPr lang="en-US" sz="850" dirty="0"/>
          </a:p>
        </p:txBody>
      </p:sp>
      <p:sp>
        <p:nvSpPr>
          <p:cNvPr id="49" name="Text 41"/>
          <p:cNvSpPr/>
          <p:nvPr/>
        </p:nvSpPr>
        <p:spPr>
          <a:xfrm>
            <a:off x="398890" y="7213690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Blue: </a:t>
            </a:r>
            <a:r>
              <a:rPr lang="en-US" sz="850" u="sng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https://medmsg-blue.azurewebsites.net</a:t>
            </a:r>
            <a:endParaRPr lang="en-US" sz="850" dirty="0"/>
          </a:p>
        </p:txBody>
      </p:sp>
      <p:sp>
        <p:nvSpPr>
          <p:cNvPr id="50" name="Text 42"/>
          <p:cNvSpPr/>
          <p:nvPr/>
        </p:nvSpPr>
        <p:spPr>
          <a:xfrm>
            <a:off x="398890" y="7497178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Green: </a:t>
            </a:r>
            <a:r>
              <a:rPr lang="en-US" sz="850" u="sng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https://medmsg-green.azurewebsites.net</a:t>
            </a:r>
            <a:endParaRPr lang="en-US" sz="850" dirty="0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38249" y="4654384"/>
            <a:ext cx="3511521" cy="3540704"/>
          </a:xfrm>
          <a:prstGeom prst="rect">
            <a:avLst/>
          </a:prstGeom>
        </p:spPr>
      </p:pic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B789F5E-02A3-0380-B376-EC7D700D27EF}"/>
              </a:ext>
            </a:extLst>
          </p:cNvPr>
          <p:cNvSpPr/>
          <p:nvPr/>
        </p:nvSpPr>
        <p:spPr>
          <a:xfrm>
            <a:off x="12665412" y="7704306"/>
            <a:ext cx="1906621" cy="466927"/>
          </a:xfrm>
          <a:prstGeom prst="roundRect">
            <a:avLst/>
          </a:prstGeom>
          <a:solidFill>
            <a:srgbClr val="000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74747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Innovative Design Solutions for Healthcare Communication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711518"/>
            <a:ext cx="407134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Design Concepts and Problem Solutions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396835" y="2007394"/>
            <a:ext cx="13836729" cy="15240"/>
          </a:xfrm>
          <a:prstGeom prst="roundRect">
            <a:avLst>
              <a:gd name="adj" fmla="val 312558"/>
            </a:avLst>
          </a:prstGeom>
          <a:solidFill>
            <a:srgbClr val="313E80"/>
          </a:solidFill>
          <a:ln/>
        </p:spPr>
      </p:sp>
      <p:sp>
        <p:nvSpPr>
          <p:cNvPr id="5" name="Shape 3"/>
          <p:cNvSpPr/>
          <p:nvPr/>
        </p:nvSpPr>
        <p:spPr>
          <a:xfrm>
            <a:off x="396835" y="1165027"/>
            <a:ext cx="3352919" cy="842367"/>
          </a:xfrm>
          <a:prstGeom prst="roundRect">
            <a:avLst>
              <a:gd name="adj" fmla="val 565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51717" y="1285994"/>
            <a:ext cx="144303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Privacy-First Approach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7803" y="1531144"/>
            <a:ext cx="3110984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communications encrypted, GDPR-compliant data handling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891439" y="2022634"/>
            <a:ext cx="3352919" cy="660916"/>
          </a:xfrm>
          <a:prstGeom prst="rect">
            <a:avLst/>
          </a:prstGeom>
          <a:solidFill>
            <a:srgbClr val="182567"/>
          </a:solidFill>
          <a:ln/>
        </p:spPr>
      </p:sp>
      <p:sp>
        <p:nvSpPr>
          <p:cNvPr id="9" name="Text 7"/>
          <p:cNvSpPr/>
          <p:nvPr/>
        </p:nvSpPr>
        <p:spPr>
          <a:xfrm>
            <a:off x="4859060" y="213598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User-Centric Design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12406" y="2381131"/>
            <a:ext cx="311098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Intuitive interfaces for patients, doctors, and administrators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86042" y="1165027"/>
            <a:ext cx="3352919" cy="660916"/>
          </a:xfrm>
          <a:prstGeom prst="roundRect">
            <a:avLst>
              <a:gd name="adj" fmla="val 7207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53663" y="128599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Scalable Architecture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07010" y="1531144"/>
            <a:ext cx="311098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Microservices-ready, cloud-native design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880646" y="2022634"/>
            <a:ext cx="3352919" cy="660916"/>
          </a:xfrm>
          <a:prstGeom prst="rect">
            <a:avLst/>
          </a:prstGeom>
          <a:solidFill>
            <a:srgbClr val="182567"/>
          </a:solidFill>
          <a:ln/>
        </p:spPr>
      </p:sp>
      <p:sp>
        <p:nvSpPr>
          <p:cNvPr id="15" name="Text 13"/>
          <p:cNvSpPr/>
          <p:nvPr/>
        </p:nvSpPr>
        <p:spPr>
          <a:xfrm>
            <a:off x="11848267" y="213598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Security by Design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001613" y="2381131"/>
            <a:ext cx="311098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Role-based access control, audit trails, secure sessions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96835" y="3613583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Key Design Solutions: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6835" y="3996250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5334" y="4035183"/>
            <a:ext cx="1588770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Doctor Discovery System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5334" y="4280333"/>
            <a:ext cx="13468231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filtering by specialty, location, rating, and availability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96835" y="4688598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5334" y="4727532"/>
            <a:ext cx="167354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Subscription-Based Model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5334" y="4972681"/>
            <a:ext cx="13468231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Patients request access, doctors approve/deny with messaging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96835" y="5380947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5334" y="5419880"/>
            <a:ext cx="164996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Real-time Communication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5334" y="5665030"/>
            <a:ext cx="13468231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Instant messaging with delivery confirmation and read receipts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96835" y="6073295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5334" y="611222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Audit Trail System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5334" y="6357378"/>
            <a:ext cx="13468231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logging of all user actions for compliance and security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96835" y="6765644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5334" y="680457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Responsive Design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5334" y="7049727"/>
            <a:ext cx="13468231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Mobile-first approach with accessibility features</a:t>
            </a:r>
            <a:endParaRPr lang="en-US" sz="85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968" y="3261321"/>
            <a:ext cx="10392072" cy="4673266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237567" y="3306712"/>
            <a:ext cx="1707431" cy="286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Patient Journey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6237567" y="3849967"/>
            <a:ext cx="1707431" cy="448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Registration to secure chat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8641614" y="7022425"/>
            <a:ext cx="1720735" cy="286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Doctor Journey</a:t>
            </a:r>
            <a:endParaRPr lang="en-US" sz="1350" dirty="0"/>
          </a:p>
        </p:txBody>
      </p:sp>
      <p:sp>
        <p:nvSpPr>
          <p:cNvPr id="38" name="Text 34"/>
          <p:cNvSpPr/>
          <p:nvPr/>
        </p:nvSpPr>
        <p:spPr>
          <a:xfrm>
            <a:off x="8641614" y="7565679"/>
            <a:ext cx="1720735" cy="448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Profile setup to patient communication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10793502" y="3319782"/>
            <a:ext cx="1707431" cy="286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Admin Journey</a:t>
            </a:r>
            <a:endParaRPr lang="en-US" sz="1350" dirty="0"/>
          </a:p>
        </p:txBody>
      </p:sp>
      <p:sp>
        <p:nvSpPr>
          <p:cNvPr id="41" name="Text 36"/>
          <p:cNvSpPr/>
          <p:nvPr/>
        </p:nvSpPr>
        <p:spPr>
          <a:xfrm>
            <a:off x="10793502" y="3863036"/>
            <a:ext cx="1707431" cy="448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monitoring to user management</a:t>
            </a:r>
            <a:endParaRPr lang="en-US" sz="1050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1990942-2FA4-143E-7664-0F258256B083}"/>
              </a:ext>
            </a:extLst>
          </p:cNvPr>
          <p:cNvSpPr/>
          <p:nvPr/>
        </p:nvSpPr>
        <p:spPr>
          <a:xfrm>
            <a:off x="12728042" y="7679254"/>
            <a:ext cx="1906621" cy="466927"/>
          </a:xfrm>
          <a:prstGeom prst="roundRect">
            <a:avLst/>
          </a:prstGeom>
          <a:solidFill>
            <a:srgbClr val="000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095" y="449580"/>
            <a:ext cx="10540841" cy="510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Enterprise-Grade Development Practices and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2095" y="1025843"/>
            <a:ext cx="5278279" cy="408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Design and Development Excellence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72095" y="2344128"/>
            <a:ext cx="3009662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Development Methodology: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72095" y="2814187"/>
            <a:ext cx="6543675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Agile Development: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Iterative development with continuous integration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72095" y="3132799"/>
            <a:ext cx="6543675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Test-Driven Development: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Comprehensive unit, integration, and E2E testing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72095" y="3451410"/>
            <a:ext cx="6543675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 Quality: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ESLint, Prettier, TypeScript strict mode, pre-commit hooks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2095" y="3770021"/>
            <a:ext cx="6543675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Documentation-Driven: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Comprehensive documentation for all features and APIs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2095" y="4194955"/>
            <a:ext cx="2644497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Architecture Excellence: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72095" y="4665014"/>
            <a:ext cx="6543675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Monorepo Structure: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PNPM workspaces for efficient dependency management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2095" y="4983625"/>
            <a:ext cx="6543675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 Safety: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Shared Zod schemas between frontend and backend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72095" y="5302236"/>
            <a:ext cx="6543675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 Design: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MongoDB with optimized schemas, indexes, and relationships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72095" y="5620848"/>
            <a:ext cx="6543675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Design: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RESTful APIs with comprehensive validation and error handling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72095" y="5939459"/>
            <a:ext cx="6543675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Features: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Socket.IO for instant messaging and notifications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522250" y="1843087"/>
            <a:ext cx="2452211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Code Quality Metrics: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522250" y="2415183"/>
            <a:ext cx="3169682" cy="53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87%+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8085296" y="3158847"/>
            <a:ext cx="204347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22250" y="3577709"/>
            <a:ext cx="3169682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all modules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896243" y="2415183"/>
            <a:ext cx="3169682" cy="53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100%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1459289" y="3158847"/>
            <a:ext cx="204347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Type Safety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896243" y="3577709"/>
            <a:ext cx="3169682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TypeScript Strict Mode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22250" y="4247793"/>
            <a:ext cx="3169682" cy="53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&lt;200ms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8085296" y="4991457"/>
            <a:ext cx="204347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22250" y="5410319"/>
            <a:ext cx="3169682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response time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896243" y="4247793"/>
            <a:ext cx="3169682" cy="53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Zero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11459289" y="4991457"/>
            <a:ext cx="204347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Code Quality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896243" y="5410319"/>
            <a:ext cx="3169682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ESLint errors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522250" y="5855613"/>
            <a:ext cx="2452211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Development Tools: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522250" y="6325672"/>
            <a:ext cx="6543675" cy="1307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Frontend: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Next.js 14, React, TypeScript, Tailwind CSS, shadcn/ui</a:t>
            </a:r>
            <a:r>
              <a:rPr lang="en-US" sz="12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Backend: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Fastify, MongoDB, Socket.IO, Pino logging</a:t>
            </a:r>
            <a:r>
              <a:rPr lang="en-US" sz="12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Testing: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Vitest, React Testing Library, MongoDB Memory Server</a:t>
            </a:r>
            <a:r>
              <a:rPr lang="en-US" sz="12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Quality: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ESLint, Prettier, Husky, Commitlint</a:t>
            </a:r>
            <a:r>
              <a:rPr lang="en-US" sz="12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Deployment: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Azure CLI, Bicep templates, GitHub Actions</a:t>
            </a:r>
            <a:endParaRPr lang="en-US" sz="125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C38AB55-F036-0210-11B9-6EBE65641C49}"/>
              </a:ext>
            </a:extLst>
          </p:cNvPr>
          <p:cNvSpPr/>
          <p:nvPr/>
        </p:nvSpPr>
        <p:spPr>
          <a:xfrm>
            <a:off x="12728042" y="7766936"/>
            <a:ext cx="1906621" cy="466927"/>
          </a:xfrm>
          <a:prstGeom prst="roundRect">
            <a:avLst/>
          </a:prstGeom>
          <a:solidFill>
            <a:srgbClr val="000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75979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Enterprise-Grade CI/CD Pipeline and Deployment Excellence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711518"/>
            <a:ext cx="401252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CI/CD Excellence and DevOps Practices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02440" y="1064819"/>
            <a:ext cx="10484048" cy="4108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-209503" y="1068607"/>
            <a:ext cx="1882795" cy="31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Build &amp; Package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169724" y="1068607"/>
            <a:ext cx="1882795" cy="31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Run Tests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044464" y="5018036"/>
            <a:ext cx="1882795" cy="313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Quality Gates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-209503" y="4992135"/>
            <a:ext cx="1882795" cy="615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Blue‑Green Deploy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726676" y="5201030"/>
            <a:ext cx="199965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CI/CD Pipeline Excellence: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26676" y="5527023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 Actions: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Automated build, test, and deployment workflows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726676" y="5748122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Quality Gates: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ESLint, Prettier, TypeScript, unit tests, integration tests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726676" y="5969221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Pre-commit Hooks: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Husky + lint-staged for code quality enforcement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726676" y="6190320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Conventional Commits: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Semantic versioning and automated changelogs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726676" y="6411419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Branch Protection: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Required reviews, status checks, and merge restrictions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726676" y="6706218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Deployment Strategy: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726676" y="7032211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Blue-Green Deployment: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Zero-downtime deployments with instant rollback capability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726676" y="7253310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Infrastructure as Code: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Bicep templates for reproducible Azure infrastructure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726676" y="7474409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Environment Parity: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Identical configurations across dev/staging/production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726676" y="7695509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Testing: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Smoke tests, health checks, and performance validation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9753434" y="378509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Performance Metrics:</a:t>
            </a:r>
            <a:endParaRPr lang="en-US" sz="2000"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2295482" y="992324"/>
            <a:ext cx="139493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99.9%</a:t>
            </a:r>
            <a:endParaRPr lang="en-US" sz="22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2487" y="283544"/>
            <a:ext cx="1701165" cy="170116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2284290" y="212639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Uptime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2295482" y="3562288"/>
            <a:ext cx="139493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&lt;200ms</a:t>
            </a:r>
            <a:endParaRPr lang="en-US" sz="22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2487" y="2853509"/>
            <a:ext cx="1701165" cy="170116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284290" y="469635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Response Time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12295482" y="6132252"/>
            <a:ext cx="139493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5 min</a:t>
            </a:r>
            <a:endParaRPr lang="en-US" sz="22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2487" y="5423473"/>
            <a:ext cx="1701165" cy="170116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284290" y="726632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Deployment Time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8024843" y="2304246"/>
            <a:ext cx="188535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Deployment Automation: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8024843" y="2630239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One-Command Deployment: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./deploy.sh for complete deployment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8024843" y="2851338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Debug Tools: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./debug-deploy.sh for monitoring and troubleshooting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8024843" y="3072437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 Validation: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Automated post-deployment health checks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8024843" y="3293536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Rollback Capability: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Instant reversion to previous stable version</a:t>
            </a:r>
            <a:endParaRPr lang="en-US" sz="85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151C9D8-BC2B-6453-A4C1-6F532D5F1040}"/>
              </a:ext>
            </a:extLst>
          </p:cNvPr>
          <p:cNvSpPr/>
          <p:nvPr/>
        </p:nvSpPr>
        <p:spPr>
          <a:xfrm>
            <a:off x="12728042" y="7654201"/>
            <a:ext cx="1906621" cy="466927"/>
          </a:xfrm>
          <a:prstGeom prst="roundRect">
            <a:avLst/>
          </a:prstGeom>
          <a:solidFill>
            <a:srgbClr val="000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174" y="870228"/>
            <a:ext cx="11061740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Seamless Integration and Cross-Platform Compatibility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28174" y="1502926"/>
            <a:ext cx="5843588" cy="448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Compatibility and Integration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8174" y="2220754"/>
            <a:ext cx="6597253" cy="2479596"/>
          </a:xfrm>
          <a:prstGeom prst="roundRect">
            <a:avLst>
              <a:gd name="adj" fmla="val 4425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5314" y="2220754"/>
            <a:ext cx="91440" cy="2479596"/>
          </a:xfrm>
          <a:prstGeom prst="roundRect">
            <a:avLst>
              <a:gd name="adj" fmla="val 82447"/>
            </a:avLst>
          </a:prstGeom>
          <a:solidFill>
            <a:srgbClr val="5A6ED8"/>
          </a:solidFill>
          <a:ln/>
        </p:spPr>
      </p:sp>
      <p:sp>
        <p:nvSpPr>
          <p:cNvPr id="6" name="Text 4"/>
          <p:cNvSpPr/>
          <p:nvPr/>
        </p:nvSpPr>
        <p:spPr>
          <a:xfrm>
            <a:off x="899041" y="2423041"/>
            <a:ext cx="2243733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Browser Compatibility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99041" y="2811185"/>
            <a:ext cx="6124099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Browsers: Chrome, Firefox, Safari, Edge (latest versions)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9041" y="3161109"/>
            <a:ext cx="6124099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Responsive: iOS Safari, Android Chrome, responsive design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9041" y="3511034"/>
            <a:ext cx="6124099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Accessibility: WCAG 2.1 compliance, screen reader support, keyboard navigation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9041" y="4148138"/>
            <a:ext cx="6124099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Progressive Web App: Service worker ready, offline capabilities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04854" y="2220754"/>
            <a:ext cx="6597372" cy="2479596"/>
          </a:xfrm>
          <a:prstGeom prst="roundRect">
            <a:avLst>
              <a:gd name="adj" fmla="val 4425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81994" y="2220754"/>
            <a:ext cx="91440" cy="2479596"/>
          </a:xfrm>
          <a:prstGeom prst="roundRect">
            <a:avLst>
              <a:gd name="adj" fmla="val 82447"/>
            </a:avLst>
          </a:prstGeom>
          <a:solidFill>
            <a:srgbClr val="5A6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675721" y="2423041"/>
            <a:ext cx="2243733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API Integration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675721" y="2811185"/>
            <a:ext cx="6124218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RESTful APIs: Standard HTTP methods with JSON responses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75721" y="3161109"/>
            <a:ext cx="6124218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Communication: WebSocket support via Socket.IO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75721" y="3511034"/>
            <a:ext cx="6124218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Authentication: Session-based auth with HTTP-only cookies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75721" y="3860959"/>
            <a:ext cx="6124218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CORS Configuration: Secure cross-origin resource sharing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75721" y="4210883"/>
            <a:ext cx="6124218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Rate Limiting: Built-in protection against abuse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8174" y="4879777"/>
            <a:ext cx="6597253" cy="2479596"/>
          </a:xfrm>
          <a:prstGeom prst="roundRect">
            <a:avLst>
              <a:gd name="adj" fmla="val 4425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5314" y="4879777"/>
            <a:ext cx="91440" cy="2479596"/>
          </a:xfrm>
          <a:prstGeom prst="roundRect">
            <a:avLst>
              <a:gd name="adj" fmla="val 82447"/>
            </a:avLst>
          </a:prstGeom>
          <a:solidFill>
            <a:srgbClr val="5A6ED8"/>
          </a:solidFill>
          <a:ln/>
        </p:spPr>
      </p:sp>
      <p:sp>
        <p:nvSpPr>
          <p:cNvPr id="21" name="Text 19"/>
          <p:cNvSpPr/>
          <p:nvPr/>
        </p:nvSpPr>
        <p:spPr>
          <a:xfrm>
            <a:off x="899041" y="5082064"/>
            <a:ext cx="2243733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Cloud Integration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899041" y="5470208"/>
            <a:ext cx="6124099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Azure App Service: Linux-based hosting with auto-scaling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9041" y="5820132"/>
            <a:ext cx="6124099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Azure Key Vault: Secure secrets management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9041" y="6170057"/>
            <a:ext cx="6124099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 Insights: Ready for production monitoring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9041" y="6519982"/>
            <a:ext cx="6124099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CDN Integration: Static asset optimization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9041" y="6869906"/>
            <a:ext cx="6124099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SSL/TLS: HTTPS encryption for all communications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04854" y="4879777"/>
            <a:ext cx="6597372" cy="2479596"/>
          </a:xfrm>
          <a:prstGeom prst="roundRect">
            <a:avLst>
              <a:gd name="adj" fmla="val 4425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81994" y="4879777"/>
            <a:ext cx="91440" cy="2479596"/>
          </a:xfrm>
          <a:prstGeom prst="roundRect">
            <a:avLst>
              <a:gd name="adj" fmla="val 82447"/>
            </a:avLst>
          </a:prstGeom>
          <a:solidFill>
            <a:srgbClr val="5A6ED8"/>
          </a:solidFill>
          <a:ln/>
        </p:spPr>
      </p:sp>
      <p:sp>
        <p:nvSpPr>
          <p:cNvPr id="29" name="Text 27"/>
          <p:cNvSpPr/>
          <p:nvPr/>
        </p:nvSpPr>
        <p:spPr>
          <a:xfrm>
            <a:off x="7675721" y="5082064"/>
            <a:ext cx="2392442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Third-Party Integrations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7675721" y="5470208"/>
            <a:ext cx="6124218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Services: Ready for notification services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75721" y="5820132"/>
            <a:ext cx="6124218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SMS Integration: Phone number verification support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75721" y="6170057"/>
            <a:ext cx="6124218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 Processing: Subscription billing ready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75721" y="6519982"/>
            <a:ext cx="6124218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Analytics: User behavior tracking and metrics</a:t>
            </a:r>
            <a:endParaRPr lang="en-US" sz="14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D3078E1-31E5-62FA-DC9E-E8AF466FB446}"/>
              </a:ext>
            </a:extLst>
          </p:cNvPr>
          <p:cNvSpPr/>
          <p:nvPr/>
        </p:nvSpPr>
        <p:spPr>
          <a:xfrm>
            <a:off x="12728042" y="7654201"/>
            <a:ext cx="1906621" cy="466927"/>
          </a:xfrm>
          <a:prstGeom prst="roundRect">
            <a:avLst/>
          </a:prstGeom>
          <a:solidFill>
            <a:srgbClr val="000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7931" y="926306"/>
            <a:ext cx="10894695" cy="524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Comprehensive Requirements Fulfillment and Compliance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87931" y="1518285"/>
            <a:ext cx="5100161" cy="41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Design Requirements Satisfaction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7931" y="2358033"/>
            <a:ext cx="2877264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Functional Requirements: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587931" y="2840831"/>
            <a:ext cx="6522363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Authentication: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Complete registration, login, and session management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7931" y="3168253"/>
            <a:ext cx="6522363" cy="53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Role-Based Access: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Patient, Doctor, and Admin roles with appropriate permissions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7931" y="3764399"/>
            <a:ext cx="6522363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Doctor Discovery: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Advanced search, filtering, and directory functionality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7931" y="4091821"/>
            <a:ext cx="6522363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Management: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Request/approve/deny workflow with messaging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7931" y="4419243"/>
            <a:ext cx="6522363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Chat: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Instant messaging with delivery and read status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7931" y="4746665"/>
            <a:ext cx="6522363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 Dashboard: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Audit logs, user management, system monitoring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7931" y="5183267"/>
            <a:ext cx="3424595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Non-Functional Requirements: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87931" y="5666065"/>
            <a:ext cx="6522363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&lt;200ms response time, 99.9% uptime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7931" y="5993487"/>
            <a:ext cx="6522363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HTTPS encryption, secure sessions, input validation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7931" y="6320909"/>
            <a:ext cx="6522363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Scalability: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Cloud-native architecture, auto-scaling ready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7931" y="6648331"/>
            <a:ext cx="6522363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Reliability: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Blue-green deployment, automated rollback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7931" y="6975753"/>
            <a:ext cx="6522363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Usability: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Intuitive UI, accessibility compliance, mobile responsive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27727" y="2358033"/>
            <a:ext cx="303740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Compliance Requirements: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527727" y="2840831"/>
            <a:ext cx="6522363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GDPR Compliance: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Data protection, consent management, right to deletion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27727" y="3168253"/>
            <a:ext cx="6522363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HIPAA Ready: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Secure communication, audit trails, data encryption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27727" y="3495675"/>
            <a:ext cx="6522363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Privacy by Design: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Minimal data collection, secure storage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27727" y="3823097"/>
            <a:ext cx="6522363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 Requirements: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Comprehensive logging, retention policies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27727" y="4259699"/>
            <a:ext cx="2782372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Technical Requirements: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527727" y="4742498"/>
            <a:ext cx="6522363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TypeScript: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100% type safety across frontend and backend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27727" y="5069919"/>
            <a:ext cx="6522363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Testing: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87%+ test coverage with unit, integration, and E2E tests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27727" y="5397341"/>
            <a:ext cx="6522363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 Quality: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Zero ESLint errors, consistent formatting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27727" y="5724763"/>
            <a:ext cx="6522363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Documentation: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Comprehensive API docs, user guides, deployment guides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27727" y="6052185"/>
            <a:ext cx="6522363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Monitoring: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Structured logging, health checks, performance metrics</a:t>
            </a:r>
            <a:endParaRPr lang="en-US" sz="1300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B3A78F0-8157-BD5D-D584-7F4762A5FFB3}"/>
              </a:ext>
            </a:extLst>
          </p:cNvPr>
          <p:cNvSpPr/>
          <p:nvPr/>
        </p:nvSpPr>
        <p:spPr>
          <a:xfrm>
            <a:off x="12728042" y="7654201"/>
            <a:ext cx="1906621" cy="466927"/>
          </a:xfrm>
          <a:prstGeom prst="roundRect">
            <a:avLst/>
          </a:prstGeom>
          <a:solidFill>
            <a:srgbClr val="000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4116" y="427434"/>
            <a:ext cx="10113883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Live System Demonstration and Technical Implementation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44116" y="975360"/>
            <a:ext cx="5210532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Code Demonstration and Live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3751" y="2627243"/>
            <a:ext cx="2331958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Live System Access: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3751" y="3074085"/>
            <a:ext cx="658141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 Application:</a:t>
            </a: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u="sng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https://medmsg-frontend.azurewebsites.net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3751" y="3462705"/>
            <a:ext cx="658141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API (Blue):</a:t>
            </a: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u="sng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https://medmsg-blue.azurewebsites.net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751" y="3851325"/>
            <a:ext cx="658141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API (Green):</a:t>
            </a: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u="sng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https://medmsg-green.azurewebsites.net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751" y="4239945"/>
            <a:ext cx="658141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 Check:</a:t>
            </a: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Automated monitoring and status validation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751" y="4644043"/>
            <a:ext cx="2762845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Key Code Demonstrations: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3751" y="5090884"/>
            <a:ext cx="658141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Flow: User registration, login, session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751" y="5394017"/>
            <a:ext cx="658141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Integration: RESTful endpoints with comprehensive validation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751" y="5697152"/>
            <a:ext cx="658141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Chat: Socket.IO implementation with message persistence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751" y="6000284"/>
            <a:ext cx="658141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 Operations: MongoDB integration with optimized queries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751" y="6303417"/>
            <a:ext cx="658141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 Features: Audit logging and user management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12487" y="1752600"/>
            <a:ext cx="2335768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Future Enhancements: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67982" y="2452092"/>
            <a:ext cx="155377" cy="724495"/>
          </a:xfrm>
          <a:prstGeom prst="roundRect">
            <a:avLst>
              <a:gd name="adj" fmla="val 4202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12487" y="2350056"/>
            <a:ext cx="466368" cy="466368"/>
          </a:xfrm>
          <a:prstGeom prst="roundRect">
            <a:avLst>
              <a:gd name="adj" fmla="val 9803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9049" y="2466737"/>
            <a:ext cx="233124" cy="23312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134231" y="2374344"/>
            <a:ext cx="19433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Advanced Analytics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134231" y="2772608"/>
            <a:ext cx="5959673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behavior tracking and insights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901107" y="3565208"/>
            <a:ext cx="155377" cy="724495"/>
          </a:xfrm>
          <a:prstGeom prst="roundRect">
            <a:avLst>
              <a:gd name="adj" fmla="val 4202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45611" y="3463171"/>
            <a:ext cx="466368" cy="466368"/>
          </a:xfrm>
          <a:prstGeom prst="roundRect">
            <a:avLst>
              <a:gd name="adj" fmla="val 9803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62173" y="3579852"/>
            <a:ext cx="233124" cy="23312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367355" y="3487460"/>
            <a:ext cx="19433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8367355" y="3885724"/>
            <a:ext cx="5726549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Native implementation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134350" y="4678323"/>
            <a:ext cx="155377" cy="724495"/>
          </a:xfrm>
          <a:prstGeom prst="roundRect">
            <a:avLst>
              <a:gd name="adj" fmla="val 4202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978854" y="4576286"/>
            <a:ext cx="466368" cy="466368"/>
          </a:xfrm>
          <a:prstGeom prst="roundRect">
            <a:avLst>
              <a:gd name="adj" fmla="val 9803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95417" y="4692968"/>
            <a:ext cx="233124" cy="23312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600599" y="4600575"/>
            <a:ext cx="19433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AI Integration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8600599" y="4998839"/>
            <a:ext cx="5493306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Chatbot assistance and medical insights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8367593" y="5791438"/>
            <a:ext cx="155377" cy="724495"/>
          </a:xfrm>
          <a:prstGeom prst="roundRect">
            <a:avLst>
              <a:gd name="adj" fmla="val 4202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212098" y="5689402"/>
            <a:ext cx="466368" cy="466368"/>
          </a:xfrm>
          <a:prstGeom prst="roundRect">
            <a:avLst>
              <a:gd name="adj" fmla="val 9803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28660" y="5806083"/>
            <a:ext cx="233124" cy="23312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833842" y="5713690"/>
            <a:ext cx="19433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Payment Processing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8833842" y="6111954"/>
            <a:ext cx="5260062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billing and payment management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8134350" y="6904553"/>
            <a:ext cx="155377" cy="724495"/>
          </a:xfrm>
          <a:prstGeom prst="roundRect">
            <a:avLst>
              <a:gd name="adj" fmla="val 4202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978854" y="6802517"/>
            <a:ext cx="466368" cy="466368"/>
          </a:xfrm>
          <a:prstGeom prst="roundRect">
            <a:avLst>
              <a:gd name="adj" fmla="val 9803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95417" y="6919198"/>
            <a:ext cx="233124" cy="23312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8600599" y="6826806"/>
            <a:ext cx="19433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Advanced Security</a:t>
            </a:r>
            <a:endParaRPr lang="en-US" sz="1500" dirty="0"/>
          </a:p>
        </p:txBody>
      </p:sp>
      <p:sp>
        <p:nvSpPr>
          <p:cNvPr id="40" name="Text 33"/>
          <p:cNvSpPr/>
          <p:nvPr/>
        </p:nvSpPr>
        <p:spPr>
          <a:xfrm>
            <a:off x="8600599" y="7225070"/>
            <a:ext cx="5493306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Multi-factor authentication and advanced encryption</a:t>
            </a:r>
            <a:endParaRPr lang="en-US" sz="1200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945C221-9CCF-10CA-968F-969CD022978C}"/>
              </a:ext>
            </a:extLst>
          </p:cNvPr>
          <p:cNvSpPr/>
          <p:nvPr/>
        </p:nvSpPr>
        <p:spPr>
          <a:xfrm>
            <a:off x="12728042" y="7654201"/>
            <a:ext cx="1906621" cy="466927"/>
          </a:xfrm>
          <a:prstGeom prst="roundRect">
            <a:avLst/>
          </a:prstGeom>
          <a:solidFill>
            <a:srgbClr val="000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45</cp:revision>
  <dcterms:created xsi:type="dcterms:W3CDTF">2025-10-23T02:00:25Z</dcterms:created>
  <dcterms:modified xsi:type="dcterms:W3CDTF">2025-10-23T02:24:15Z</dcterms:modified>
</cp:coreProperties>
</file>